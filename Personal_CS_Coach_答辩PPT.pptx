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58A6FF"/>
                </a:solidFill>
              </a:defRPr>
            </a:pPr>
            <a:r>
              <a:t>Personal CS 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C842"/>
                </a:solidFill>
              </a:defRPr>
            </a:pPr>
            <a:r>
              <a:t>预调制 CS2 战术 AI · Agent 驱动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00400"/>
            <a:ext cx="5760720" cy="228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8B949E"/>
                </a:solidFill>
              </a:defRPr>
            </a:pPr>
            <a:r>
              <a:t>预训练战术模型  +  用户自接 DeepSeek API  +  本地推理闭环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8B949E"/>
                </a:solidFill>
              </a:defRPr>
            </a:pPr>
            <a:r>
              <a:t>设计思维期末大作业  ·  产品路演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2026 年 6 月 23 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097280"/>
            <a:ext cx="54864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43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E6EDF3"/>
                </a:solidFill>
              </a:defRPr>
            </a:pPr>
            <a:r>
              <a:t>答辩内容概览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54864" cy="6858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58A6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788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EDF3"/>
                </a:solidFill>
              </a:defRPr>
            </a:pPr>
            <a:r>
              <a:t>为什么要做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1546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项目背景  /  用户需求  /  核心痛点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11880"/>
            <a:ext cx="54864" cy="6858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61188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751A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EDF3"/>
                </a:solidFill>
              </a:defRPr>
            </a:pPr>
            <a:r>
              <a:t>我们做了什么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023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Agent 架构  /  产品方案  /  Demo 演示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480560"/>
            <a:ext cx="54864" cy="685800"/>
          </a:xfrm>
          <a:prstGeom prst="rect">
            <a:avLst/>
          </a:prstGeom>
          <a:solidFill>
            <a:srgbClr val="3A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48056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A8C3C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526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EDF3"/>
                </a:solidFill>
              </a:defRPr>
            </a:pPr>
            <a:r>
              <a:t>商业可行性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48920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Agent 卖点  /  市场与竞品  /  商业模式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349240"/>
            <a:ext cx="54864" cy="685800"/>
          </a:xfrm>
          <a:prstGeom prst="rect">
            <a:avLst/>
          </a:prstGeom>
          <a:solidFill>
            <a:srgbClr val="9B3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34924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9B3BC4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EDF3"/>
                </a:solidFill>
              </a:defRPr>
            </a:pPr>
            <a:r>
              <a:t>团队与展望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760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预训练路线图  /  总结  /  未来规划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743200"/>
            <a:ext cx="347472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</a:defRPr>
            </a:pPr>
            <a:r>
              <a:t>📹 演示视频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4747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视频演示（AAA.md）：</a:t>
            </a:r>
            <a:br/>
            <a:br/>
            <a:r>
              <a:t>• 编辑模式绘画教学</a:t>
            </a:r>
            <a:br/>
            <a:r>
              <a:t>• 比赛模式实时标注</a:t>
            </a:r>
            <a:br/>
            <a:r>
              <a:t>• AI 快速/深度分析</a:t>
            </a:r>
            <a:br/>
            <a:r>
              <a:t>• Agent 建议完整闭环</a:t>
            </a:r>
            <a:br/>
            <a:br/>
            <a:r>
              <a:t>PPT 侧重：</a:t>
            </a:r>
            <a:br/>
            <a:r>
              <a:t>Agent 架构 + 商业卖点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</a:defRPr>
            </a:pPr>
            <a:r>
              <a:t>PART 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6EDF3"/>
                </a:solidFill>
              </a:defRPr>
            </a:pPr>
            <a:r>
              <a:t>为什么要做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</a:defRPr>
            </a:pPr>
            <a:r>
              <a:t>项目背景  ·  问题发现  ·  用户需求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</a:defRPr>
            </a:pPr>
            <a:r>
              <a:t>01  |  项目背景与问题发现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303520" cy="27432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51A"/>
                </a:solidFill>
              </a:defRPr>
            </a:pPr>
            <a:r>
              <a:t>💀  核心问题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E6EDF3"/>
                </a:solidFill>
              </a:defRPr>
            </a:pPr>
            <a:r>
              <a:t>• CS2 死亡视角有 8-10 秒空闲——信息浪费</a:t>
            </a:r>
          </a:p>
          <a:p>
            <a:pPr>
              <a:spcAft>
                <a:spcPts val="500"/>
              </a:spcAft>
              <a:defRPr sz="1400">
                <a:solidFill>
                  <a:srgbClr val="E6EDF3"/>
                </a:solidFill>
              </a:defRPr>
            </a:pPr>
            <a:r>
              <a:t>• 业余战队无教练、无系统数据分析能力</a:t>
            </a:r>
          </a:p>
          <a:p>
            <a:pPr>
              <a:spcAft>
                <a:spcPts val="500"/>
              </a:spcAft>
              <a:defRPr sz="1400">
                <a:solidFill>
                  <a:srgbClr val="E6EDF3"/>
                </a:solidFill>
              </a:defRPr>
            </a:pPr>
            <a:r>
              <a:t>• 对手站位/投掷物/路线仅靠记忆不可靠</a:t>
            </a:r>
          </a:p>
          <a:p>
            <a:pPr>
              <a:spcAft>
                <a:spcPts val="500"/>
              </a:spcAft>
              <a:defRPr sz="1400">
                <a:solidFill>
                  <a:srgbClr val="E6EDF3"/>
                </a:solidFill>
              </a:defRPr>
            </a:pPr>
            <a:r>
              <a:t>• 现有工具只能画图，不具备战术理解能力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303520" cy="27432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C842"/>
                </a:solidFill>
              </a:defRPr>
            </a:pPr>
            <a:r>
              <a:t>💡  核心洞察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E6EDF3"/>
                </a:solidFill>
              </a:defRPr>
            </a:pPr>
            <a:r>
              <a:t>• 业余 IGL 需要能「读懂 CS2」的 AI</a:t>
            </a:r>
          </a:p>
          <a:p>
            <a:pPr>
              <a:spcAft>
                <a:spcPts val="500"/>
              </a:spcAft>
              <a:defRPr sz="1400">
                <a:solidFill>
                  <a:srgbClr val="E6EDF3"/>
                </a:solidFill>
              </a:defRPr>
            </a:pPr>
            <a:r>
              <a:t>• 通用 LLM 不懂地图点位和战术逻辑</a:t>
            </a:r>
          </a:p>
          <a:p>
            <a:pPr>
              <a:spcAft>
                <a:spcPts val="500"/>
              </a:spcAft>
              <a:defRPr sz="1400">
                <a:solidFill>
                  <a:srgbClr val="E6EDF3"/>
                </a:solidFill>
              </a:defRPr>
            </a:pPr>
            <a:r>
              <a:t>• 需要一个预调制的 CS2 专用 Agent</a:t>
            </a:r>
          </a:p>
          <a:p>
            <a:pPr>
              <a:spcAft>
                <a:spcPts val="500"/>
              </a:spcAft>
              <a:defRPr sz="1400">
                <a:solidFill>
                  <a:srgbClr val="E6EDF3"/>
                </a:solidFill>
              </a:defRPr>
            </a:pPr>
            <a:r>
              <a:t>• 用户自接 API Key → 低边际成本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C842"/>
                </a:solidFill>
              </a:defRPr>
            </a:pPr>
            <a:r>
              <a:t>🎯 「Personal CS Coach 不是又一个战术画板——它是一个真正理解 CS2 地图、站位和战术的 AI Agent。」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t>Personal CS Coach — Agent + API 架构  |  CS2 战术智能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</a:defRPr>
            </a:pPr>
            <a:r>
              <a:t>01  |  用户需求分析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34747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🎯  IGL（队内指挥）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业余战队战术核心</a:t>
            </a:r>
            <a:br/>
            <a:r>
              <a:t>需要看懂对手习惯</a:t>
            </a:r>
            <a:br/>
            <a:r>
              <a:t>愿意为 AI 工具付费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371600"/>
            <a:ext cx="34747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👤  进阶单排玩家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194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高分段需要理解对手</a:t>
            </a:r>
            <a:br/>
            <a:r>
              <a:t>偏好低成本、低延迟方案</a:t>
            </a:r>
            <a:br/>
            <a:r>
              <a:t>自备 API Key 即可使用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8" y="1371600"/>
            <a:ext cx="34747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8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🏆  半职业 / 青训队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8" y="219456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有比赛需求预算有限</a:t>
            </a:r>
            <a:br/>
            <a:r>
              <a:t>需要复盘 + 数据积累</a:t>
            </a:r>
            <a:br/>
            <a:r>
              <a:t>重视 Agent 的多地图覆盖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🗺  用户旅程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754880"/>
            <a:ext cx="201168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① 赛前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Agent 推荐</a:t>
            </a:r>
            <a:br/>
            <a:r>
              <a:t>预调制战术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3035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4754880"/>
            <a:ext cx="201168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② 对局中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5303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第二屏幕</a:t>
            </a:r>
            <a:br/>
            <a:r>
              <a:t>快速标注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53035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4754880"/>
            <a:ext cx="201168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③ 回合间隙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303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Agent 分析</a:t>
            </a:r>
            <a:br/>
            <a:r>
              <a:t>对手倾向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3035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4754880"/>
            <a:ext cx="201168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④ 暂停/中场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5303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深度分析</a:t>
            </a:r>
            <a:br/>
            <a:r>
              <a:t>生成对策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530352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0" y="4754880"/>
            <a:ext cx="201168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⑤ 赛后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5303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49E"/>
                </a:solidFill>
              </a:defRPr>
            </a:pPr>
            <a:r>
              <a:t>Agent 学习</a:t>
            </a:r>
            <a:br/>
            <a:r>
              <a:t>优化战术库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t>Personal CS Coach — Agent + API 架构  |  CS2 战术智能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51A"/>
                </a:solidFill>
              </a:defRPr>
            </a:pPr>
            <a:r>
              <a:t>PART 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6EDF3"/>
                </a:solidFill>
              </a:defRPr>
            </a:pPr>
            <a:r>
              <a:t>我们做了什么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</a:defRPr>
            </a:pPr>
            <a:r>
              <a:t>Agent 架构  ·  产品方案  ·  Demo 演示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9B3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</a:defRPr>
            </a:pPr>
            <a:r>
              <a:t>02  |  核心卖点：预调制 CS2 战术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64240" cy="23774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3BC4"/>
                </a:solidFill>
              </a:defRPr>
            </a:pPr>
            <a:r>
              <a:t>🤖  Personal CS Coach Agent — 专为 CS2 预调制的战术智能体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与通用 LLM 不同，Personal CS Coach Agent 在发货前已完成 CS2 领域预调制：</a:t>
            </a:r>
            <a:br/>
            <a:br/>
            <a:r>
              <a:t>  ✅ 预训练  7 张竞赛地图的完整拓扑结构（点位/通路/掩体/投掷物弹道）</a:t>
            </a:r>
            <a:br/>
            <a:r>
              <a:t>  ✅ 预注入  标准报点术语体系（A小/B小/拱门/长廊/水下/甜甜圈...）</a:t>
            </a:r>
            <a:br/>
            <a:r>
              <a:t>  ✅ 预学习  经典战术模式（默认站位/Rush/慢攻/假打/双架/反清）</a:t>
            </a:r>
            <a:br/>
            <a:r>
              <a:t>  ✅ 预校准  5 维评估模型（控图覆盖率/投掷物效率/影响力重叠/时间窗口/风险等级）</a:t>
            </a:r>
            <a:br/>
            <a:br/>
            <a:r>
              <a:t>  💡 用户购买 Agent 后 → 自行接入 DeepSeek API → Agent 将 CS2 战术理解注入 LLM 推理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840480"/>
            <a:ext cx="1106424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⚡  与通用 LLM 的差异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47472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</a:defRPr>
            </a:pPr>
            <a:r>
              <a:t>通用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434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</a:defRPr>
            </a:pPr>
            <a:r>
              <a:t>Personal CS Coach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地图理解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需在 Prompt 中描述:</a:t>
            </a:r>
            <a:br/>
            <a:r>
              <a:t>"地图有 A/B 两个点..."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800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</a:defRPr>
            </a:pPr>
            <a:r>
              <a:t>内置 7 张地图完整</a:t>
            </a:r>
            <a:br/>
            <a:r>
              <a:t>拓扑模型,直接推理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报点术语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不知道"A小""拱门"</a:t>
            </a:r>
            <a:br/>
            <a:r>
              <a:t>"香蕉道"的位置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166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</a:defRPr>
            </a:pPr>
            <a:r>
              <a:t>预注入标准报点术语</a:t>
            </a:r>
            <a:br/>
            <a:r>
              <a:t>理解所有社区简称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2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战术评估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给通用评分,无</a:t>
            </a:r>
            <a:br/>
            <a:r>
              <a:t>CS2 领域知识校准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</a:defRPr>
            </a:pPr>
            <a:r>
              <a:t>5 维 CS2 专属模型</a:t>
            </a:r>
            <a:br/>
            <a:r>
              <a:t>按地图自适应调整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</a:defRPr>
            </a:pPr>
            <a:r>
              <a:t>成本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897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每次推理 Token 消耗</a:t>
            </a:r>
            <a:br/>
            <a:r>
              <a:t>包含地图描述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897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</a:defRPr>
            </a:pPr>
            <a:r>
              <a:t>地图知识已内置</a:t>
            </a:r>
            <a:br/>
            <a:r>
              <a:t>推理 Token 更省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t>Personal CS Coach — Agent + API 架构  |  CS2 战术智能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</a:defRPr>
            </a:pPr>
            <a:r>
              <a:t>02  |  产品功能矩阵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97480" cy="4846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9748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🎨 画板标注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7 种画笔工具</a:t>
            </a:r>
            <a:br/>
            <a:r>
              <a:t>箭头 / 圆圈 / 墙壁</a:t>
            </a:r>
            <a:br/>
            <a:r>
              <a:t>烟雾弹 / 闪光弹</a:t>
            </a:r>
            <a:br/>
            <a:r>
              <a:t>燃烧弹 / 手雷</a:t>
            </a:r>
            <a:br/>
            <a:br/>
            <a:r>
              <a:t>CT 蓝色 vs T 黄色</a:t>
            </a:r>
            <a:br/>
            <a:r>
              <a:t>拖拽即画 → 拖动修改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280160"/>
            <a:ext cx="2697480" cy="4846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269748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⚡ 快速分析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回合间隙 3-5s</a:t>
            </a:r>
            <a:br/>
            <a:r>
              <a:t>Agent 分析对手倾向</a:t>
            </a:r>
            <a:br/>
            <a:br/>
            <a:r>
              <a:t>置信度标注 30-85%</a:t>
            </a:r>
            <a:br/>
            <a:r>
              <a:t>一句话战术建议</a:t>
            </a:r>
            <a:br/>
            <a:br/>
            <a:r>
              <a:t>本地引擎 + 可选</a:t>
            </a:r>
            <a:br/>
            <a:r>
              <a:t>DeepSeek API 增强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2697480" cy="4846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69748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🔬 Agent 深度分析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暂停 / 中场触发</a:t>
            </a:r>
            <a:br/>
            <a:r>
              <a:t>对手画像 + 柱状图</a:t>
            </a:r>
            <a:br/>
            <a:r>
              <a:t>3+ 条战术建议</a:t>
            </a:r>
            <a:br/>
            <a:r>
              <a:t>每条附带可采纳标记</a:t>
            </a:r>
            <a:br/>
            <a:br/>
            <a:r>
              <a:t>预训练模型确保</a:t>
            </a:r>
            <a:br/>
            <a:r>
              <a:t>建议符合 CS2 逻辑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280160"/>
            <a:ext cx="2697480" cy="4846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280160"/>
            <a:ext cx="269748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🤖 Agent 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5 维雷达图</a:t>
            </a:r>
            <a:br/>
            <a:r>
              <a:t>（CS2 专属校准）</a:t>
            </a:r>
            <a:br/>
            <a:r>
              <a:t>控图 / 投掷 / 重叠</a:t>
            </a:r>
            <a:br/>
            <a:r>
              <a:t>时间窗口 / 风险</a:t>
            </a:r>
            <a:br/>
            <a:br/>
            <a:r>
              <a:t>优化前后对比</a:t>
            </a:r>
            <a:br/>
            <a:r>
              <a:t>采纳 Agent 方案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技术栈：HTML + Canvas（纯前端）  |  Agent 预调制模型 + 用户自接 DeepSeek API  |  战术持久化：localStorage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</a:defRPr>
            </a:pPr>
            <a:r>
              <a:t>02  |  产品原型展示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280160"/>
            <a:ext cx="36576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🏠 首页 — 地图选择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7 张 CS2 竞赛地图</a:t>
            </a:r>
            <a:br/>
            <a:r>
              <a:t>Mirage / Inferno / Dust2</a:t>
            </a:r>
            <a:br/>
            <a:r>
              <a:t>Nuke / Ancient / Anubis</a:t>
            </a:r>
            <a:br/>
            <a:r>
              <a:t>Overpass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035040"/>
            <a:ext cx="3383280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0807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D1117"/>
                </a:solidFill>
              </a:defRPr>
            </a:pPr>
            <a:r>
              <a:t>📹 视频 0:30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6576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📐 战术编辑器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拖拽绘图 + 标记拖动</a:t>
            </a:r>
            <a:br/>
            <a:r>
              <a:t>7 种画笔（含道具）</a:t>
            </a:r>
            <a:br/>
            <a:r>
              <a:t>Agent 评估雷达图</a:t>
            </a:r>
            <a:br/>
            <a:r>
              <a:t>优化对比弹窗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6035040"/>
            <a:ext cx="3383280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60807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D1117"/>
                </a:solidFill>
              </a:defRPr>
            </a:pPr>
            <a:r>
              <a:t>📹 视频 0:30-2:00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280160"/>
            <a:ext cx="36576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🎮 比赛仪表盘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第二屏幕实时标注</a:t>
            </a:r>
            <a:br/>
            <a:r>
              <a:t>CT/T 颜色区分</a:t>
            </a:r>
            <a:br/>
            <a:r>
              <a:t>Agent 分析弹窗</a:t>
            </a:r>
            <a:br/>
            <a:r>
              <a:t>一键采纳 Agent 建议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6035040"/>
            <a:ext cx="3383280" cy="2743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608076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D1117"/>
                </a:solidFill>
              </a:defRPr>
            </a:pPr>
            <a:r>
              <a:t>📹 视频 2:00-5:30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t>Personal CS Coach — Agent + API 架构  |  CS2 战术智能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A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8C3C"/>
                </a:solidFill>
              </a:defRPr>
            </a:pPr>
            <a:r>
              <a:t>PART 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E6EDF3"/>
                </a:solidFill>
              </a:defRPr>
            </a:pPr>
            <a:r>
              <a:t>商业可行性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</a:defRPr>
            </a:pPr>
            <a:r>
              <a:t>Agent 卖点  ·  商业模式  ·  市场与竞品  ·  技术架构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A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</a:defRPr>
            </a:pPr>
            <a:r>
              <a:t>03  |  商业模式 &amp; Agent 销售逻辑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B3BC4"/>
                </a:solidFill>
              </a:defRPr>
            </a:pPr>
            <a:r>
              <a:t>💎  产品形态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 用户购买的是一套 预调制的 CS2 战术 AI Agent — 不是 SaaS 订阅、不是原始 API。</a:t>
            </a:r>
          </a:p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 发货形态：前端画板工具（HTML+Canvas）+ Agent 配置文件（System Prompt / 7 地图 Prompt 模板 / 5 维评估权重）</a:t>
            </a:r>
          </a:p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 用户自行接入 DeepSeek API → Agent 将 CS2 战术知识注入 LLM 推理 → 本地规则引擎兜底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017520"/>
            <a:ext cx="36576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949E"/>
                </a:solidFill>
              </a:defRPr>
            </a:pPr>
            <a:r>
              <a:t>🆓  免费版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949E"/>
                </a:solidFill>
              </a:defRPr>
            </a:pPr>
            <a: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单排玩家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97680"/>
            <a:ext cx="3291840" cy="13716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基础 Agent（不含预调制）</a:t>
            </a:r>
          </a:p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1 张地图</a:t>
            </a:r>
          </a:p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本地规则引擎</a:t>
            </a:r>
          </a:p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社区 Prompt 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3017520"/>
            <a:ext cx="36576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⭐  Agent 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58A6FF"/>
                </a:solidFill>
              </a:defRPr>
            </a:pPr>
            <a:r>
              <a:t>$9.9  一次性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9776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业余车队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4297680"/>
            <a:ext cx="3291840" cy="1371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4434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完整预调制 Agent</a:t>
            </a:r>
          </a:p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7 张地图全支持</a:t>
            </a:r>
          </a:p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CS2 专属 5 维评估模型</a:t>
            </a:r>
          </a:p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战术持久化 + 历史库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017520"/>
            <a:ext cx="3657600" cy="3474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C842"/>
                </a:solidFill>
              </a:defRPr>
            </a:pPr>
            <a:r>
              <a:t>🏆  高阶版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474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C842"/>
                </a:solidFill>
              </a:defRPr>
            </a:pPr>
            <a:r>
              <a:t>$29  年费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776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半职业 / 青训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4297680"/>
            <a:ext cx="3291840" cy="13716"/>
          </a:xfrm>
          <a:prstGeom prst="rect">
            <a:avLst/>
          </a:prstGeom>
          <a:solidFill>
            <a:srgbClr val="F5C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43484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多队管理 Agent</a:t>
            </a:r>
          </a:p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复盘数据导出</a:t>
            </a:r>
          </a:p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API 优先分析 + 自定义</a:t>
            </a:r>
          </a:p>
          <a:p>
            <a:pPr>
              <a:spcAft>
                <a:spcPts val="500"/>
              </a:spcAft>
              <a:defRPr sz="1100">
                <a:solidFill>
                  <a:srgbClr val="E6EDF3"/>
                </a:solidFill>
              </a:defRPr>
            </a:pPr>
            <a:r>
              <a:t>✓ Agent 持续更新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53796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💡 「一次购买，永久使用 — Agent 是你的战术教练，API Key 是你的调用通道」 — 一次性付费 + 自带 API 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3A8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</a:defRPr>
            </a:pPr>
            <a:r>
              <a:t>03  |  市场分析 / 竞品对比 / 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48640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📊  市场规模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• CS2 日活约 80 万，月活约 2500 万</a:t>
            </a:r>
          </a:p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• 业余战队 5-8 万支（社区联赛+校园赛）</a:t>
            </a:r>
          </a:p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• 目标渗透率 5% = 2500-4000 车队</a:t>
            </a:r>
          </a:p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• Agent 版 TAM ≈ $40K（$9.9 × 4000）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280160"/>
            <a:ext cx="5486400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⚔  竞品对比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✗  CS2 Stratbook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静态画板，无战术理解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56032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✗  ChatGPT / DeepSeek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通用 LLM，不认 CS2 点位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15468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8A6FF"/>
                </a:solidFill>
              </a:defRPr>
            </a:pPr>
            <a:r>
              <a:t>✓  Personal CS Coach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预调制 CS2 Agent + 可操作建议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8A6FF"/>
                </a:solidFill>
              </a:defRPr>
            </a:pPr>
            <a:r>
              <a:t>🔧  技术架构：Agent + API 双层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┌──────────────────── 用户侧 ─────────────────────┐</a:t>
            </a:r>
            <a:br/>
            <a:r>
              <a:t>│  HTML + Canvas 画板  ←→  localStorage 本地持久化  │</a:t>
            </a:r>
            <a:br/>
            <a:r>
              <a:t>└──────────────────────┬────────────────────────────┘</a:t>
            </a:r>
            <a:br/>
            <a:r>
              <a:t>                       │</a:t>
            </a:r>
            <a:br/>
            <a:r>
              <a:t>  ┌────────────────────┴────────────────────────────┐</a:t>
            </a:r>
            <a:br/>
            <a:r>
              <a:t>  │           Personal CS Coach Agent（预调制）              │</a:t>
            </a:r>
            <a:br/>
            <a:r>
              <a:t>  │  ┌──────────┐  ┌──────────┐  ┌──────────────┐  │</a:t>
            </a:r>
            <a:br/>
            <a:r>
              <a:t>  │  │7地图拓扑  │  │标准报点  │  │5维评估模型   │  │</a:t>
            </a:r>
            <a:br/>
            <a:r>
              <a:t>  │  │预训练模型 │  │术语注入  │  │CS2专属校准   │  │</a:t>
            </a:r>
            <a:br/>
            <a:r>
              <a:t>  │  └──────────┘  └──────────┘  └──────────────┘  │</a:t>
            </a:r>
            <a:br/>
            <a:r>
              <a:t>  └──────────────────────┬────────────────────────────┘</a:t>
            </a:r>
            <a:br/>
            <a:r>
              <a:t>                         │</a:t>
            </a:r>
            <a:br/>
            <a:r>
              <a:t>           ┌─────────────┴─────────────┐</a:t>
            </a:r>
            <a:br/>
            <a:r>
              <a:t>           │   用户自行接入 DeepSeek    │</a:t>
            </a:r>
            <a:br/>
            <a:r>
              <a:t>           │   (API Key 本地存储)       │</a:t>
            </a:r>
            <a:br/>
            <a:r>
              <a:t>           └───────────────────────────┘</a:t>
            </a:r>
            <a:br/>
            <a:r>
              <a:t>                         │</a:t>
            </a:r>
            <a:br/>
            <a:r>
              <a:t>           ┌─────────────┴─────────────┐</a:t>
            </a:r>
            <a:br/>
            <a:r>
              <a:t>           │  离线兜底：本地规则引擎    │</a:t>
            </a:r>
            <a:br/>
            <a:r>
              <a:t>           └───────────────────────────┘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</a:defRPr>
            </a:pPr>
            <a:r>
              <a:t>Personal CS Coach — Agent + API 架构  |  CS2 战术智能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54864" cy="457200"/>
          </a:xfrm>
          <a:prstGeom prst="rect">
            <a:avLst/>
          </a:prstGeom>
          <a:solidFill>
            <a:srgbClr val="9B3B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6EDF3"/>
                </a:solidFill>
              </a:defRPr>
            </a:pPr>
            <a:r>
              <a:t>04  |  项目总结 &amp; Agent 预训练路线图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✅  已完成（MVP）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• 7 张地图完整画板 + 7 种画笔</a:t>
            </a:r>
          </a:p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• CT/T 颜色分离 + 拖拽绘图 + 标记拖动</a:t>
            </a:r>
          </a:p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• 本地规则引擎（5 维评分 + 分析）</a:t>
            </a:r>
          </a:p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• API 接入层（OpenAI/DeepSeek/Claude）</a:t>
            </a:r>
          </a:p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• 战术持久化（localStorage）</a:t>
            </a:r>
          </a:p>
          <a:p>
            <a:pPr>
              <a:spcAft>
                <a:spcPts val="500"/>
              </a:spcAft>
              <a:defRPr sz="1200">
                <a:solidFill>
                  <a:srgbClr val="E6EDF3"/>
                </a:solidFill>
              </a:defRPr>
            </a:pPr>
            <a:r>
              <a:t>• Agent 建议可采纳画到画板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3BC4"/>
                </a:solidFill>
              </a:defRPr>
            </a:pPr>
            <a:r>
              <a:t>🗓  Agent 预训练路线图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78308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74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</a:defRPr>
            </a:pPr>
            <a:r>
              <a:t>✅  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874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MVP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874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产品可用性 + Demo 闭环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37744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4688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949E"/>
                </a:solidFill>
              </a:defRPr>
            </a:pPr>
            <a:r>
              <a:t>⏳  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地图 Prompt 注入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7 张地图点位/术语写入 System Prompt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7180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063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949E"/>
                </a:solidFill>
              </a:defRPr>
            </a:pPr>
            <a:r>
              <a:t>⬜  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战术模式库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63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Rush/慢攻/假打/反清等经典模式预学习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56616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6576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949E"/>
                </a:solidFill>
              </a:defRPr>
            </a:pPr>
            <a:r>
              <a:t>⬜  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用户反馈调优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657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收集标注数据 → 校准 Agent 评估权重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486400" cy="502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2519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949E"/>
                </a:solidFill>
              </a:defRPr>
            </a:pPr>
            <a:r>
              <a:t>⬜  Phase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</a:defRPr>
            </a:pPr>
            <a:r>
              <a:t>发布 Agent v1.0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2519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</a:defRPr>
            </a:pPr>
            <a:r>
              <a:t>打包 Agent 配置 + 用户自接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9120"/>
            <a:ext cx="11247120" cy="13716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72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💬  总结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</a:defRPr>
            </a:pPr>
            <a:r>
              <a:t>Personal CS Coach 的核心壁垒不是画板——是预调制的 CS2 战术 Agent。</a:t>
            </a:r>
            <a:br/>
            <a:br/>
            <a:r>
              <a:t>当通用 LLM 还在问「A 小道和 B 小道在哪」时，我们的 Agent 已经知道 Mirage 的拱门到 A 点的最短路径、Inferno 的香蕉道是 B 点防守的生命线、Dust2 的 A 大门是 T 方进攻的必争之地。</a:t>
            </a:r>
            <a:br/>
            <a:br/>
            <a:r>
              <a:t>这是 CS2 战术分析从「工具」到「智能体」的范式转变。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43600"/>
            <a:ext cx="11247120" cy="5943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035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58A6FF"/>
                </a:solidFill>
              </a:defRPr>
            </a:pPr>
            <a:r>
              <a:t>🙏  感谢聆听  ·  欢迎提问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35508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</a:defRPr>
            </a:pPr>
            <a:r>
              <a:t>📹 视频演示见 AAA.md  |  🎮 源码：HTML+Canvas 纯前端  |  🤖 卖点：预调制 Agent + 用户自接 DeepSeek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B949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